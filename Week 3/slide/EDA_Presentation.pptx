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Exploratory Data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ApplicantData, CampaignData, and OutreachData</a:t>
            </a:r>
          </a:p>
          <a:p>
            <a:r>
              <a:t>Excelerate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✔ Understand data quality &amp; integrity</a:t>
            </a:r>
          </a:p>
          <a:p>
            <a:pPr>
              <a:defRPr sz="1800"/>
            </a:pPr>
            <a:r>
              <a:t>✔ Analyze applicant trends (IDs, countries, duplicates, missing values)</a:t>
            </a:r>
          </a:p>
          <a:p>
            <a:pPr>
              <a:defRPr sz="1800"/>
            </a:pPr>
            <a:r>
              <a:t>✔ Explore campaign effectiveness (statuses, regions, types)</a:t>
            </a:r>
          </a:p>
          <a:p>
            <a:pPr>
              <a:defRPr sz="1800"/>
            </a:pPr>
            <a:r>
              <a:t>✔ Assess outreach engagement (time, weekday, seasonality)</a:t>
            </a:r>
          </a:p>
          <a:p>
            <a:pPr>
              <a:defRPr sz="1800"/>
            </a:pPr>
            <a:r>
              <a:t>✔ Provide recommendations for improving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ApplicantData –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Top 10 Countries by Applicant Count</a:t>
            </a:r>
          </a:p>
          <a:p>
            <a:r>
              <a:t>• Valid vs Invalid Phone Numbers</a:t>
            </a:r>
          </a:p>
          <a:p>
            <a:r>
              <a:t>• Duplicate App_IDs cleaned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[Insert Bar/Pie Chart Here]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CampaignData –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Campaign Type (Call vs Campaign) by Region</a:t>
            </a:r>
          </a:p>
          <a:p>
            <a:r>
              <a:t>• Common statuses: Admit, No Deposit; Deposit, No I-20</a:t>
            </a:r>
          </a:p>
          <a:p>
            <a:r>
              <a:t>• ANF = Application Not Found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[Insert Stacked Bar Chart Here]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OutreachData –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Outreach over time (Line chart)</a:t>
            </a:r>
          </a:p>
          <a:p>
            <a:r>
              <a:t>• Outreach by weekday (Bar chart)</a:t>
            </a:r>
          </a:p>
          <a:p>
            <a:r>
              <a:t>• Peak engagement April-May 2023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[Insert Line/Bar Chart Here]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✅ Validate App_ID &amp; Phone Numbers at entry</a:t>
            </a:r>
          </a:p>
          <a:p>
            <a:pPr>
              <a:defRPr sz="1800"/>
            </a:pPr>
            <a:r>
              <a:t>✅ Focus campaigns on bottleneck statuses</a:t>
            </a:r>
          </a:p>
          <a:p>
            <a:pPr>
              <a:defRPr sz="1800"/>
            </a:pPr>
            <a:r>
              <a:t>✅ Optimize outreach scheduling (more weekdays)</a:t>
            </a:r>
          </a:p>
          <a:p>
            <a:pPr>
              <a:defRPr sz="1800"/>
            </a:pPr>
            <a:r>
              <a:t>✅ Reduce ANF by linking campaigns with application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• Data cleaning revealed inconsistencies</a:t>
            </a:r>
          </a:p>
          <a:p>
            <a:pPr>
              <a:defRPr sz="1800"/>
            </a:pPr>
            <a:r>
              <a:t>• Applicants concentrated in specific countries</a:t>
            </a:r>
          </a:p>
          <a:p>
            <a:pPr>
              <a:defRPr sz="1800"/>
            </a:pPr>
            <a:r>
              <a:t>• Campaigns show drop-off points in pipeline</a:t>
            </a:r>
          </a:p>
          <a:p>
            <a:pPr>
              <a:defRPr sz="1800"/>
            </a:pPr>
            <a:r>
              <a:t>• Outreach timing affects engagement</a:t>
            </a:r>
          </a:p>
          <a:p>
            <a:pPr>
              <a:defRPr sz="1800"/>
            </a:pPr>
            <a:r>
              <a:t>• Insights can drive targeted enrollment strategies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